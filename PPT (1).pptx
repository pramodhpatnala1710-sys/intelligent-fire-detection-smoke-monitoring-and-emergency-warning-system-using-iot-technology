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  <p:embeddedFont>
      <p:font typeface="Lato Bold" panose="020F0502020204030203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6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461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Intelligent Fire Detection, Smoke Monitoring &amp; Emergency Warning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65003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IoT-based solution for continuous fire hazard monitoring, real-time detection, and automated emergency alerts across residential, commercial, and industrial environments.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769916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3776266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8" name="Text 5"/>
          <p:cNvSpPr/>
          <p:nvPr/>
        </p:nvSpPr>
        <p:spPr>
          <a:xfrm>
            <a:off x="5428717" y="3965277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Early Detection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4373959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 fire hazards before they escalate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381790" y="3776266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3776266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ECEC9"/>
          </a:solidFill>
          <a:ln/>
        </p:spPr>
      </p:sp>
      <p:sp>
        <p:nvSpPr>
          <p:cNvPr id="12" name="Text 9"/>
          <p:cNvSpPr/>
          <p:nvPr/>
        </p:nvSpPr>
        <p:spPr>
          <a:xfrm>
            <a:off x="8570797" y="3965277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Alerts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70797" y="4373959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Instant notifications to users and responders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239710" y="5167809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516780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6" name="Text 13"/>
          <p:cNvSpPr/>
          <p:nvPr/>
        </p:nvSpPr>
        <p:spPr>
          <a:xfrm>
            <a:off x="5428717" y="535682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Rapid Response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428717" y="576550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 property damage and protect lives</a:t>
            </a:r>
            <a:endParaRPr lang="en-US" sz="1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7261C8-9E72-69EA-1F44-1DC6BDC9E25E}"/>
              </a:ext>
            </a:extLst>
          </p:cNvPr>
          <p:cNvSpPr txBox="1"/>
          <p:nvPr/>
        </p:nvSpPr>
        <p:spPr>
          <a:xfrm>
            <a:off x="0" y="6235655"/>
            <a:ext cx="2626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PATNALA VENKATA SATISH</a:t>
            </a:r>
            <a:br>
              <a:rPr lang="en-IN"/>
            </a:br>
            <a:r>
              <a:rPr lang="en-IN"/>
              <a:t>323129520106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626" y="479425"/>
            <a:ext cx="4424252" cy="5899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5724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61475" y="1190228"/>
            <a:ext cx="6296860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Fire accidents cause severe loss of life and property when not detected at an early stage. Existing systems fall short in critical ways: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40694"/>
            <a:ext cx="6296860" cy="10539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4356" y="1907381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 Alerts Only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4356" y="2207220"/>
            <a:ext cx="588729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Conventional fire alarm systems typically provide only on-site audible alerts, with no remote notification capability.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09888"/>
            <a:ext cx="6296860" cy="10539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4356" y="3076575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Remote Monitoring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4356" y="3376414"/>
            <a:ext cx="588729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systems lack the ability to monitor conditions remotely, leaving gaps in coverage and awareness.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79081"/>
            <a:ext cx="6296860" cy="10539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4356" y="4245769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Delayed Detection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4356" y="4545608"/>
            <a:ext cx="588729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monitoring leads to delayed emergency response, increasing the risk of casualties and property damage.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48275"/>
            <a:ext cx="6296860" cy="10539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4356" y="5414963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Intelligent Systems Needed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904356" y="5714802"/>
            <a:ext cx="5887295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Organizations and homeowners require systems that continuously monitor fire hazards and provide immediate warning notifications.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3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4347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IoT-Based Intelligent Fire Detection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22775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proposed system leverages IoT technology to enable </a:t>
            </a:r>
            <a:r>
              <a:rPr lang="en-US" sz="14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continuous environmental monitoring</a:t>
            </a: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real-time hazard detection. Key capabilities include: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002657"/>
            <a:ext cx="6903269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detection of fire-related hazards with real-time emergency alerts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centralized platform for monitoring all fire safety data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and user-friendly interface for operators and administrators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alerts delivered to users and emergency responders when abnormal conditions are detected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92561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8E8E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218708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514290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bridges the gap between detection and response — ensuring no fire hazard goes unnoticed.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46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Sensors and System Components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04243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integrates multiple hardware and software components working together to deliver comprehensive fire safety coverage.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52712"/>
            <a:ext cx="348448" cy="348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01888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Flame Sensors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61475" y="2770386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 the presence of open flames in the monitored environment.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6155" y="1852712"/>
            <a:ext cx="348448" cy="348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6155" y="2401888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Smoke Sensors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196155" y="2770386"/>
            <a:ext cx="533406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 abnormal smoke concentrations indicating potential fire hazards.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27239"/>
            <a:ext cx="348448" cy="348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176415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Temperature Sensors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61475" y="4544913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heat levels and detect sudden temperature changes.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6155" y="3627239"/>
            <a:ext cx="348448" cy="348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6155" y="4176415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Communication Modules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196155" y="4544913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Transmit sensor data reliably to the central monitoring platform.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33975"/>
            <a:ext cx="348448" cy="348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683151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Connectivity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61475" y="6051649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Enables centralized, remote monitoring of all fire safety information.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6155" y="5133975"/>
            <a:ext cx="348448" cy="348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96155" y="5683151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 Alarm System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6196155" y="6051649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Provides immediate on-site warning upon hazard detection.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33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Working Process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2903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follows a structured end-to-end workflow — from continuous sensing to emergency response and data recording.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727597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Ingest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Transmit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83247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automated pipeline ensures that from the moment a sensor detects an anomaly, the system responds within seconds — activating local alarms, notifying users, and alerting emergency responders simultaneously.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Fire and Smoke Detection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81910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Multi-Sensor Detection Approach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021608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Combining multiple environmental sensors significantly improves the ability to identify potential fire hazards at an early stage. The system monitors: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302893"/>
            <a:ext cx="5315512" cy="796230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smoke concentration monitoring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Flame presence detection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Temperature and heat level monitoring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Identification of abnormal environmental conditions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 detection of fire-related hazards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sensor status monitoring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61475" y="4155579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E8E8E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05" y="4240014"/>
            <a:ext cx="121738" cy="974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074" y="4225032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Multi-sensor fusion reduces false alarms and increases detection reliability across diverse environments.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0174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Emergency Alerts and Response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351062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abnormal conditions are detected, the system triggers a coordinated, multi-channel emergency response automatically.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028924"/>
            <a:ext cx="841652" cy="1010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53042" y="2197199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653042" y="2550120"/>
            <a:ext cx="530529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identification of abnormal smoke, heat, or flame conditions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038971"/>
            <a:ext cx="841652" cy="1010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53042" y="3207246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 Alarm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653042" y="3560167"/>
            <a:ext cx="530529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 activation of on-site alarms for immediate awareness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049018"/>
            <a:ext cx="841652" cy="1010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53042" y="4217293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Notification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653042" y="4570214"/>
            <a:ext cx="5305292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Immediate warning notifications sent to building occupants and owners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059065"/>
            <a:ext cx="841652" cy="11986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53042" y="5227340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Responder Alert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1653042" y="5580261"/>
            <a:ext cx="5305292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alerts dispatched to emergency responders for rapid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Monitoring Dashboard and System Health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6034"/>
            <a:ext cx="3607305" cy="36073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7739" y="2631877"/>
            <a:ext cx="69587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Interactive Dashboard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7739" y="2907010"/>
            <a:ext cx="695873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dashboard provides operators with a comprehensive, real-time view of the entire fire safety system — accessible remotely from any authorized device.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61475" y="4916587"/>
            <a:ext cx="2656119" cy="667643"/>
          </a:xfrm>
          <a:prstGeom prst="roundRect">
            <a:avLst>
              <a:gd name="adj" fmla="val 780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1845" y="5046960"/>
            <a:ext cx="239537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 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1845" y="5289550"/>
            <a:ext cx="23953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status of all connected sensors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98951" y="4916587"/>
            <a:ext cx="2656218" cy="667643"/>
          </a:xfrm>
          <a:prstGeom prst="roundRect">
            <a:avLst>
              <a:gd name="adj" fmla="val 780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9321" y="5046960"/>
            <a:ext cx="239547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Fire Alerts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9321" y="5289550"/>
            <a:ext cx="23954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 and historical alert log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36526" y="4916587"/>
            <a:ext cx="2656119" cy="667643"/>
          </a:xfrm>
          <a:prstGeom prst="roundRect">
            <a:avLst>
              <a:gd name="adj" fmla="val 780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6896" y="5046960"/>
            <a:ext cx="239537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Environmental Conditions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6896" y="5289550"/>
            <a:ext cx="23953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smoke, heat, and flame readings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874002" y="4916587"/>
            <a:ext cx="2656218" cy="667643"/>
          </a:xfrm>
          <a:prstGeom prst="roundRect">
            <a:avLst>
              <a:gd name="adj" fmla="val 780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4372" y="5046960"/>
            <a:ext cx="239547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 History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04372" y="5289550"/>
            <a:ext cx="239547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record of past fire-related events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61475" y="5665589"/>
            <a:ext cx="10868745" cy="667643"/>
          </a:xfrm>
          <a:prstGeom prst="roundRect">
            <a:avLst>
              <a:gd name="adj" fmla="val 7803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845" y="5795963"/>
            <a:ext cx="106080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Health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1845" y="6038552"/>
            <a:ext cx="1060800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Connectivity and component diagnostics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87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Benefits and Applications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9559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Major Benefits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6" y="1643658"/>
            <a:ext cx="212620" cy="212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2037" y="1636613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Improved early fire detection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identify hazards before they escalate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6" y="2288580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2037" y="2281535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Faster emergency response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automated alerts minimize reaction time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6" y="2933502"/>
            <a:ext cx="212620" cy="2126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2037" y="2926457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Remote monitoring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continuous oversight from any location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6" y="3578423"/>
            <a:ext cx="212620" cy="2126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22037" y="3571379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Reduced property damage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early warnings limit fire spread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56" y="4223345"/>
            <a:ext cx="212620" cy="2126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22037" y="4216301"/>
            <a:ext cx="48008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Secure and scalable</a:t>
            </a: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reliable operation across diverse environments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6275131" y="129559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Suitable Application Areas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275131" y="1636613"/>
            <a:ext cx="25775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6423162" y="1784648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138" y="1901527"/>
            <a:ext cx="191289" cy="19129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23162" y="2316163"/>
            <a:ext cx="22814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Homes</a:t>
            </a:r>
            <a:endParaRPr lang="en-US" sz="1350" dirty="0"/>
          </a:p>
        </p:txBody>
      </p:sp>
      <p:sp>
        <p:nvSpPr>
          <p:cNvPr id="19" name="Shape 11"/>
          <p:cNvSpPr/>
          <p:nvPr/>
        </p:nvSpPr>
        <p:spPr>
          <a:xfrm>
            <a:off x="8958931" y="1636613"/>
            <a:ext cx="25776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9106962" y="1784648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3938" y="1901527"/>
            <a:ext cx="191289" cy="19129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106962" y="2316163"/>
            <a:ext cx="22815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Industries</a:t>
            </a:r>
            <a:endParaRPr lang="en-US" sz="1350" dirty="0"/>
          </a:p>
        </p:txBody>
      </p:sp>
      <p:sp>
        <p:nvSpPr>
          <p:cNvPr id="23" name="Shape 14"/>
          <p:cNvSpPr/>
          <p:nvPr/>
        </p:nvSpPr>
        <p:spPr>
          <a:xfrm>
            <a:off x="6275131" y="2791916"/>
            <a:ext cx="25775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6423162" y="2939951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138" y="3056830"/>
            <a:ext cx="191289" cy="19129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23162" y="3471466"/>
            <a:ext cx="22814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Offices</a:t>
            </a:r>
            <a:endParaRPr lang="en-US" sz="1350" dirty="0"/>
          </a:p>
        </p:txBody>
      </p:sp>
      <p:sp>
        <p:nvSpPr>
          <p:cNvPr id="27" name="Shape 17"/>
          <p:cNvSpPr/>
          <p:nvPr/>
        </p:nvSpPr>
        <p:spPr>
          <a:xfrm>
            <a:off x="8958931" y="2791916"/>
            <a:ext cx="25776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9106962" y="2939951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23938" y="3056830"/>
            <a:ext cx="191289" cy="19129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106962" y="3471466"/>
            <a:ext cx="22815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Schools</a:t>
            </a:r>
            <a:endParaRPr lang="en-US" sz="1350" dirty="0"/>
          </a:p>
        </p:txBody>
      </p:sp>
      <p:sp>
        <p:nvSpPr>
          <p:cNvPr id="31" name="Shape 20"/>
          <p:cNvSpPr/>
          <p:nvPr/>
        </p:nvSpPr>
        <p:spPr>
          <a:xfrm>
            <a:off x="6275131" y="3947220"/>
            <a:ext cx="25775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6423162" y="4095254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138" y="4212134"/>
            <a:ext cx="191289" cy="19129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423162" y="4626769"/>
            <a:ext cx="22814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Hospitals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8958931" y="3947220"/>
            <a:ext cx="25776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9106962" y="4095254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3938" y="4212134"/>
            <a:ext cx="191289" cy="19129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106962" y="4626769"/>
            <a:ext cx="22815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Warehouses</a:t>
            </a:r>
            <a:endParaRPr lang="en-US" sz="1350" dirty="0"/>
          </a:p>
        </p:txBody>
      </p:sp>
      <p:sp>
        <p:nvSpPr>
          <p:cNvPr id="39" name="Shape 26"/>
          <p:cNvSpPr/>
          <p:nvPr/>
        </p:nvSpPr>
        <p:spPr>
          <a:xfrm>
            <a:off x="6275131" y="5102523"/>
            <a:ext cx="5261439" cy="1049040"/>
          </a:xfrm>
          <a:prstGeom prst="roundRect">
            <a:avLst>
              <a:gd name="adj" fmla="val 5676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6423162" y="5250557"/>
            <a:ext cx="425241" cy="425252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138" y="5367437"/>
            <a:ext cx="191289" cy="19129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423162" y="5782072"/>
            <a:ext cx="49653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Public Buildings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7071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5490231" y="1479748"/>
            <a:ext cx="6039989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proposed IoT-based Intelligent Fire Detection, Smoke Monitoring, and Emergency Warning System represents a modern, intelligent approach to fire safety — combining continuous sensing, real-time analysis, and automated emergency response in a single integrated platform.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1305123"/>
            <a:ext cx="19050" cy="1394222"/>
          </a:xfrm>
          <a:prstGeom prst="roundRect">
            <a:avLst>
              <a:gd name="adj" fmla="val 49999"/>
            </a:avLst>
          </a:prstGeom>
          <a:solidFill>
            <a:srgbClr val="E5E5E0"/>
          </a:solidFill>
          <a:ln/>
        </p:spPr>
      </p:sp>
      <p:sp>
        <p:nvSpPr>
          <p:cNvPr id="7" name="Shape 4"/>
          <p:cNvSpPr/>
          <p:nvPr/>
        </p:nvSpPr>
        <p:spPr>
          <a:xfrm>
            <a:off x="5233360" y="2873970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73891" y="2932807"/>
            <a:ext cx="575632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Multi-Sensor Monitoring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773891" y="3293467"/>
            <a:ext cx="575632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Flame, smoke, and temperature sensors work together to provide uninterrupted environmental surveillance.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4126409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3891" y="4185245"/>
            <a:ext cx="575632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Integrated Emergency Response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773891" y="4545905"/>
            <a:ext cx="575632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alarms, remote notifications, and automated responder alerts ensure no hazard goes unaddressed.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5378847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3891" y="5437684"/>
            <a:ext cx="575632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Public Safety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773891" y="5798344"/>
            <a:ext cx="575632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 detection, rapid response, and reduced property damage make communities safer and more resilient.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779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Lato</vt:lpstr>
      <vt:lpstr>Gelasio</vt:lpstr>
      <vt:lpstr>Arial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2026-08-19T06:54:55Z</dcterms:created>
  <dcterms:modified xsi:type="dcterms:W3CDTF">2026-10-04T18:37:19Z</dcterms:modified>
</cp:coreProperties>
</file>